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League Spartan" charset="1" panose="00000800000000000000"/>
      <p:regular r:id="rId11"/>
    </p:embeddedFont>
    <p:embeddedFont>
      <p:font typeface="Norwester" charset="1" panose="00000506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6996033" y="9053909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28700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-372144" y="2173810"/>
            <a:ext cx="19032288" cy="481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56"/>
              </a:lnSpc>
            </a:pPr>
            <a:r>
              <a:rPr lang="en-US" sz="14588" spc="-714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CRONÔMETRO</a:t>
            </a:r>
          </a:p>
          <a:p>
            <a:pPr algn="ctr">
              <a:lnSpc>
                <a:spcPts val="19256"/>
              </a:lnSpc>
            </a:pPr>
            <a:r>
              <a:rPr lang="en-US" sz="14588" spc="-714">
                <a:solidFill>
                  <a:srgbClr val="38B6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TEMPORIZADOR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5921917" y="104801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434137" y="-236469"/>
            <a:ext cx="4258605" cy="4768786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49537" t="0" r="-4953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242996" y="1028700"/>
            <a:ext cx="10350714" cy="7624762"/>
          </a:xfrm>
          <a:custGeom>
            <a:avLst/>
            <a:gdLst/>
            <a:ahLst/>
            <a:cxnLst/>
            <a:rect r="r" b="b" t="t" l="l"/>
            <a:pathLst>
              <a:path h="7624762" w="10350714">
                <a:moveTo>
                  <a:pt x="0" y="0"/>
                </a:moveTo>
                <a:lnTo>
                  <a:pt x="10350714" y="0"/>
                </a:lnTo>
                <a:lnTo>
                  <a:pt x="10350714" y="7624762"/>
                </a:lnTo>
                <a:lnTo>
                  <a:pt x="0" y="76247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366" r="0" b="-1483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426" y="339612"/>
            <a:ext cx="5980010" cy="6696415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33880" t="0" r="-3388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true" rot="0">
            <a:off x="1401182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8317705" y="102870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83106" y="468599"/>
            <a:ext cx="11548848" cy="7580530"/>
          </a:xfrm>
          <a:custGeom>
            <a:avLst/>
            <a:gdLst/>
            <a:ahLst/>
            <a:cxnLst/>
            <a:rect r="r" b="b" t="t" l="l"/>
            <a:pathLst>
              <a:path h="7580530" w="11548848">
                <a:moveTo>
                  <a:pt x="0" y="0"/>
                </a:moveTo>
                <a:lnTo>
                  <a:pt x="11548848" y="0"/>
                </a:lnTo>
                <a:lnTo>
                  <a:pt x="11548848" y="7580530"/>
                </a:lnTo>
                <a:lnTo>
                  <a:pt x="0" y="75805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215" r="-391" b="-683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16102" y="3577565"/>
            <a:ext cx="5072990" cy="5680735"/>
            <a:chOff x="0" y="0"/>
            <a:chExt cx="6350000" cy="71107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34037" t="0" r="-3403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845894" y="241351"/>
            <a:ext cx="4243198" cy="4751533"/>
            <a:chOff x="0" y="0"/>
            <a:chExt cx="6350000" cy="7110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7110730"/>
            </a:xfrm>
            <a:custGeom>
              <a:avLst/>
              <a:gdLst/>
              <a:ahLst/>
              <a:cxnLst/>
              <a:rect r="r" b="b" t="t" l="l"/>
              <a:pathLst>
                <a:path h="7110730" w="6350000">
                  <a:moveTo>
                    <a:pt x="6350000" y="4700270"/>
                  </a:moveTo>
                  <a:lnTo>
                    <a:pt x="0" y="7110730"/>
                  </a:lnTo>
                  <a:lnTo>
                    <a:pt x="0" y="241046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4"/>
              <a:stretch>
                <a:fillRect l="-34037" t="0" r="-34037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true" rot="-5400000">
            <a:off x="11063061" y="7247767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5" y="472360"/>
                </a:lnTo>
                <a:lnTo>
                  <a:pt x="3247475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7910" y="784891"/>
            <a:ext cx="11439585" cy="7625715"/>
          </a:xfrm>
          <a:custGeom>
            <a:avLst/>
            <a:gdLst/>
            <a:ahLst/>
            <a:cxnLst/>
            <a:rect r="r" b="b" t="t" l="l"/>
            <a:pathLst>
              <a:path h="7625715" w="11439585">
                <a:moveTo>
                  <a:pt x="0" y="0"/>
                </a:moveTo>
                <a:lnTo>
                  <a:pt x="11439584" y="0"/>
                </a:lnTo>
                <a:lnTo>
                  <a:pt x="11439584" y="7625715"/>
                </a:lnTo>
                <a:lnTo>
                  <a:pt x="0" y="76257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53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500" t="0" r="-1250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358858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0"/>
                </a:moveTo>
                <a:lnTo>
                  <a:pt x="3247476" y="0"/>
                </a:lnTo>
                <a:lnTo>
                  <a:pt x="3247476" y="472360"/>
                </a:lnTo>
                <a:lnTo>
                  <a:pt x="0" y="4723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-5400000">
            <a:off x="15399382" y="4907320"/>
            <a:ext cx="3247475" cy="472360"/>
          </a:xfrm>
          <a:custGeom>
            <a:avLst/>
            <a:gdLst/>
            <a:ahLst/>
            <a:cxnLst/>
            <a:rect r="r" b="b" t="t" l="l"/>
            <a:pathLst>
              <a:path h="472360" w="3247475">
                <a:moveTo>
                  <a:pt x="0" y="472360"/>
                </a:moveTo>
                <a:lnTo>
                  <a:pt x="3247476" y="472360"/>
                </a:lnTo>
                <a:lnTo>
                  <a:pt x="3247476" y="0"/>
                </a:lnTo>
                <a:lnTo>
                  <a:pt x="0" y="0"/>
                </a:lnTo>
                <a:lnTo>
                  <a:pt x="0" y="47236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21917" y="8100856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0" y="0"/>
                </a:moveTo>
                <a:lnTo>
                  <a:pt x="1337383" y="0"/>
                </a:lnTo>
                <a:lnTo>
                  <a:pt x="1337383" y="1157444"/>
                </a:lnTo>
                <a:lnTo>
                  <a:pt x="0" y="11574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1028700" y="8081538"/>
            <a:ext cx="1337383" cy="1157444"/>
          </a:xfrm>
          <a:custGeom>
            <a:avLst/>
            <a:gdLst/>
            <a:ahLst/>
            <a:cxnLst/>
            <a:rect r="r" b="b" t="t" l="l"/>
            <a:pathLst>
              <a:path h="1157444" w="1337383">
                <a:moveTo>
                  <a:pt x="1337383" y="0"/>
                </a:moveTo>
                <a:lnTo>
                  <a:pt x="0" y="0"/>
                </a:lnTo>
                <a:lnTo>
                  <a:pt x="0" y="1157444"/>
                </a:lnTo>
                <a:lnTo>
                  <a:pt x="1337383" y="1157444"/>
                </a:lnTo>
                <a:lnTo>
                  <a:pt x="133738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6996033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0" y="0"/>
                </a:moveTo>
                <a:lnTo>
                  <a:pt x="263267" y="0"/>
                </a:lnTo>
                <a:lnTo>
                  <a:pt x="263267" y="204391"/>
                </a:lnTo>
                <a:lnTo>
                  <a:pt x="0" y="2043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0800000">
            <a:off x="1028700" y="1028700"/>
            <a:ext cx="263267" cy="204391"/>
          </a:xfrm>
          <a:custGeom>
            <a:avLst/>
            <a:gdLst/>
            <a:ahLst/>
            <a:cxnLst/>
            <a:rect r="r" b="b" t="t" l="l"/>
            <a:pathLst>
              <a:path h="204391" w="263267">
                <a:moveTo>
                  <a:pt x="263267" y="0"/>
                </a:moveTo>
                <a:lnTo>
                  <a:pt x="0" y="0"/>
                </a:lnTo>
                <a:lnTo>
                  <a:pt x="0" y="204391"/>
                </a:lnTo>
                <a:lnTo>
                  <a:pt x="263267" y="204391"/>
                </a:lnTo>
                <a:lnTo>
                  <a:pt x="26326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835963" y="3447612"/>
            <a:ext cx="12616074" cy="316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0"/>
              </a:lnSpc>
            </a:pPr>
            <a:r>
              <a:rPr lang="en-US" sz="19386" spc="-949">
                <a:solidFill>
                  <a:srgbClr val="38B6FF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DAHMFO79gU4</dc:identifier>
  <dcterms:modified xsi:type="dcterms:W3CDTF">2011-08-01T06:04:30Z</dcterms:modified>
  <cp:revision>1</cp:revision>
  <dc:title>Blue and Black Modern Technology Presentation</dc:title>
</cp:coreProperties>
</file>